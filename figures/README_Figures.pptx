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56" r:id="rId3"/>
    <p:sldId id="261" r:id="rId4"/>
    <p:sldId id="257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07862-82BE-49B6-BC2D-EE2492A16541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80CE9-2A22-4E1C-BEEE-53421F6356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654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80CE9-2A22-4E1C-BEEE-53421F6356D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066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A96C48-7D1D-B612-D0FB-8AEC7111B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91B266-6B9D-F59D-8200-BD9E22BFF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22D6E-9B46-9AF5-3A3B-E636371D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41B243-1AD4-DFE6-4598-06FAB9279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3C1098-D011-266B-F6F9-46518C7A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03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6E5387-85D2-0F64-116C-511D410C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4A5EC3-1E02-64AB-2D22-A606114DD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19B8AD-1C95-9791-A0E6-8A2E53FF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CCDCE8-3886-60B9-F63B-664C11FE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74EA5C-34FF-5FB1-3598-5D7F1B70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207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9DB265-456B-9472-AC39-86FA7464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00655E-B7C4-3D25-68BA-D94B38C3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B56826-B6A0-EC1B-6B0C-9DEE48CE7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F02E55-D1C2-0FA5-5132-A38CC8CC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81EE71-3B06-EE64-FBD7-6FF7E01B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15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F1D66D-2844-9A25-3887-3591CF7F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189ACD-F089-19BA-D80B-F106BAA83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F9697C-BB74-51C2-0029-F7F73AD43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ADECB8-359B-C023-B3FB-47419D44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D7EFFD-2105-5B6B-E4BB-97B38C0F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C21B69-ED75-0077-E7B4-053E151A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710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725896-72B8-599B-32F9-E15EA8CD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3BE537-A0D3-AF52-E399-AC4B23EB6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547428-CFEF-4C10-AF12-15EF73641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8A12FF9-123A-7A82-A2D4-ECA0B98B3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BF33EF8-140D-4840-5039-6F9692C29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D170524-852F-C853-CC06-56020DB5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2124520-5E81-7C2D-54AE-95476A61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28C9822-3ED5-1AA9-1C16-0DC747FE8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70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1FB92-0962-35B5-DE9A-D1101D7F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5A4FF8C-FD8F-3AD5-1F70-2DF7DEA4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40C93C8-4458-A673-A816-8F6B8E86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5C55F4-FA8B-C902-4AEC-B7A9C7CC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215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7FCACE-AFDF-2E53-A359-91FD6EFB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D17D280-F2C1-DC6C-CA85-8FB3E5EA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CED4A2-1C59-0CBB-5F7C-C236AD6E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884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D1C864-D6C8-582C-9594-9012E8DF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9A174B-7A84-C0EE-EFBF-B21A6CDA3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F41731-735A-2147-478C-B02B32D62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EC6EF3-28A2-6E7A-A452-243FC469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FE50E9-A46D-CFA1-1B71-5F7ECABF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CCE7AD-4EFB-3038-9BD6-98D5A615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092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10D9F-AA0F-98C2-AC56-D9568E24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E567C8-951A-A33E-9AE2-3B4444303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58DA11-8851-3442-6CFB-88D56526F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5EDB7E-0FBC-5D5F-E49F-1B7A30537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D04E63-5882-33ED-A042-3C3F6FD5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E98565-8992-40DB-5B94-72EC7846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09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96D82A-1DF5-2265-2A79-173B6211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6BE307-6216-4561-F5E6-BEECA4F22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6FB6D6-C7C2-2A3C-6765-5F6D921FB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BFF67E-C641-2DCE-5753-FEB500D2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335FE3-200E-357A-6972-9C9FCE33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99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88BE5BA-572A-4584-C276-C83615D23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D5FC9B8-515E-A0E6-FBF2-C57D98024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83EFA5-8F65-496F-F64F-19B9FD2A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186C7A-54B8-2E12-8AF2-1496AC374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95215-CCA2-9874-AF8C-2D34B5D4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643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8C598B-9F47-34EF-2B7D-3A427F719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D8D745-5B28-A8E2-57DC-D666894A6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C68FA1-77DB-D2A9-A069-F66F1E60A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0695D-9889-42EB-BB04-EE36CCAEF3B8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FE567E-E13F-6399-00FC-38F5194F2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717CA3-A73E-289F-E0E5-2E6D8786D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352EF-42D4-4111-BBA2-644F317213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31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1CA025B-A467-83B7-3B7D-4D0723B3D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33" t="17119" r="17739" b="9253"/>
          <a:stretch>
            <a:fillRect/>
          </a:stretch>
        </p:blipFill>
        <p:spPr>
          <a:xfrm>
            <a:off x="2149812" y="1274322"/>
            <a:ext cx="7879405" cy="4824921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FCD038-694A-732F-C85D-138202DBEBD2}"/>
              </a:ext>
            </a:extLst>
          </p:cNvPr>
          <p:cNvSpPr/>
          <p:nvPr/>
        </p:nvSpPr>
        <p:spPr>
          <a:xfrm>
            <a:off x="2149813" y="3009901"/>
            <a:ext cx="3850938" cy="148589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9013FFD-6B80-7F9C-BDB8-1C08D8D7D72B}"/>
              </a:ext>
            </a:extLst>
          </p:cNvPr>
          <p:cNvSpPr/>
          <p:nvPr/>
        </p:nvSpPr>
        <p:spPr>
          <a:xfrm>
            <a:off x="2162783" y="1399163"/>
            <a:ext cx="7790842" cy="13249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6FC09DB-C7B5-CA25-62D8-65FB061DFE4B}"/>
              </a:ext>
            </a:extLst>
          </p:cNvPr>
          <p:cNvSpPr/>
          <p:nvPr/>
        </p:nvSpPr>
        <p:spPr>
          <a:xfrm>
            <a:off x="7114872" y="3186683"/>
            <a:ext cx="1800223" cy="670942"/>
          </a:xfrm>
          <a:prstGeom prst="roundRect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tx1"/>
                </a:solidFill>
              </a:rPr>
              <a:t>リポジトリの</a:t>
            </a:r>
            <a:r>
              <a:rPr lang="en-US" altLang="ja-JP" sz="1600" b="1" dirty="0">
                <a:solidFill>
                  <a:schemeClr val="tx1"/>
                </a:solidFill>
              </a:rPr>
              <a:t>URL</a:t>
            </a:r>
            <a:r>
              <a:rPr lang="ja-JP" altLang="en-US" sz="1600" b="1" dirty="0">
                <a:solidFill>
                  <a:schemeClr val="tx1"/>
                </a:solidFill>
              </a:rPr>
              <a:t>の貼り付け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223821D-870E-0549-AD51-7AE9158B6B1C}"/>
              </a:ext>
            </a:extLst>
          </p:cNvPr>
          <p:cNvSpPr/>
          <p:nvPr/>
        </p:nvSpPr>
        <p:spPr>
          <a:xfrm>
            <a:off x="3071813" y="5092695"/>
            <a:ext cx="2015726" cy="484633"/>
          </a:xfrm>
          <a:prstGeom prst="roundRect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tx1"/>
                </a:solidFill>
              </a:rPr>
              <a:t>リポジトリの選択</a:t>
            </a:r>
            <a:endParaRPr kumimoji="1"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B99DEF1D-5B84-CFAD-3F18-B1803761F0A0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>
            <a:off x="6334436" y="2724160"/>
            <a:ext cx="780437" cy="797995"/>
          </a:xfrm>
          <a:prstGeom prst="bentConnector2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6FE5C160-F12E-A079-3332-248292DA1DA0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flipH="1" flipV="1">
            <a:off x="4075282" y="4495800"/>
            <a:ext cx="4394" cy="596895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37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222D38-37B3-B364-9A8E-F0E569F400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DCD5B3A-FCBC-B17A-E644-597EF24F45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D926B15-7266-2C2E-3F8E-E12D21D33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47" t="31685" r="14530" b="5234"/>
          <a:stretch>
            <a:fillRect/>
          </a:stretch>
        </p:blipFill>
        <p:spPr>
          <a:xfrm>
            <a:off x="1524001" y="1123950"/>
            <a:ext cx="6391274" cy="41338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B4954CE-531E-BBDA-64A9-2060132A2DED}"/>
              </a:ext>
            </a:extLst>
          </p:cNvPr>
          <p:cNvSpPr/>
          <p:nvPr/>
        </p:nvSpPr>
        <p:spPr>
          <a:xfrm>
            <a:off x="1543049" y="2667001"/>
            <a:ext cx="4000501" cy="20193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3D34501-5BA3-74D1-BA16-F0530B6B3AD2}"/>
              </a:ext>
            </a:extLst>
          </p:cNvPr>
          <p:cNvSpPr/>
          <p:nvPr/>
        </p:nvSpPr>
        <p:spPr>
          <a:xfrm>
            <a:off x="6043611" y="2288063"/>
            <a:ext cx="1800223" cy="484633"/>
          </a:xfrm>
          <a:prstGeom prst="roundRect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tx1"/>
                </a:solidFill>
              </a:rPr>
              <a:t>API</a:t>
            </a:r>
            <a:r>
              <a:rPr kumimoji="1" lang="ja-JP" altLang="en-US" sz="1600" b="1" dirty="0">
                <a:solidFill>
                  <a:schemeClr val="tx1"/>
                </a:solidFill>
              </a:rPr>
              <a:t>キーの名前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6672575-E169-7B6C-2A3E-85DAF9F63875}"/>
              </a:ext>
            </a:extLst>
          </p:cNvPr>
          <p:cNvSpPr/>
          <p:nvPr/>
        </p:nvSpPr>
        <p:spPr>
          <a:xfrm>
            <a:off x="6043612" y="4201668"/>
            <a:ext cx="1800223" cy="484633"/>
          </a:xfrm>
          <a:prstGeom prst="roundRect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tx1"/>
                </a:solidFill>
              </a:rPr>
              <a:t>API</a:t>
            </a:r>
            <a:r>
              <a:rPr kumimoji="1" lang="ja-JP" altLang="en-US" sz="1600" b="1" dirty="0">
                <a:solidFill>
                  <a:schemeClr val="tx1"/>
                </a:solidFill>
              </a:rPr>
              <a:t>キーの値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8C67C444-A984-3A79-4E0F-24DDA877BF06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5824916" y="2149619"/>
            <a:ext cx="495731" cy="1741884"/>
          </a:xfrm>
          <a:prstGeom prst="bentConnector2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49C6B32C-0BC0-61A6-809C-BADB68C84B25}"/>
              </a:ext>
            </a:extLst>
          </p:cNvPr>
          <p:cNvCxnSpPr>
            <a:cxnSpLocks/>
            <a:stCxn id="10" idx="0"/>
          </p:cNvCxnSpPr>
          <p:nvPr/>
        </p:nvCxnSpPr>
        <p:spPr>
          <a:xfrm rot="16200000" flipV="1">
            <a:off x="5827363" y="3085307"/>
            <a:ext cx="461072" cy="1771650"/>
          </a:xfrm>
          <a:prstGeom prst="bentConnector2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FC09643-B230-10BC-49C7-EFAF7D3F6DDA}"/>
              </a:ext>
            </a:extLst>
          </p:cNvPr>
          <p:cNvSpPr/>
          <p:nvPr/>
        </p:nvSpPr>
        <p:spPr>
          <a:xfrm>
            <a:off x="2487216" y="4778376"/>
            <a:ext cx="4199334" cy="435990"/>
          </a:xfrm>
          <a:prstGeom prst="roundRect">
            <a:avLst/>
          </a:prstGeom>
          <a:ln w="5715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tx1"/>
                </a:solidFill>
              </a:rPr>
              <a:t>パソコン内の</a:t>
            </a:r>
            <a:r>
              <a:rPr lang="en-US" altLang="ja-JP" sz="1600" b="1" dirty="0">
                <a:solidFill>
                  <a:schemeClr val="tx1"/>
                </a:solidFill>
              </a:rPr>
              <a:t>.env</a:t>
            </a:r>
            <a:r>
              <a:rPr lang="ja-JP" altLang="en-US" sz="1600" b="1" dirty="0">
                <a:solidFill>
                  <a:schemeClr val="tx1"/>
                </a:solidFill>
              </a:rPr>
              <a:t>ファイルからも落とせる</a:t>
            </a:r>
            <a:endParaRPr kumimoji="1"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9F71B92C-77B8-FE6E-DA96-3C1315F4E4D0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>
            <a:off x="1981200" y="4686301"/>
            <a:ext cx="506016" cy="310070"/>
          </a:xfrm>
          <a:prstGeom prst="bentConnector3">
            <a:avLst>
              <a:gd name="adj1" fmla="val 100823"/>
            </a:avLst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83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13E771A-D743-92B3-2B1A-1F064DCA31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50" t="18456" r="12500" b="10174"/>
          <a:stretch>
            <a:fillRect/>
          </a:stretch>
        </p:blipFill>
        <p:spPr>
          <a:xfrm>
            <a:off x="2895600" y="1361872"/>
            <a:ext cx="7772400" cy="467697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E8FE7E6-BC19-BF59-9E58-FE9C2B42D8B0}"/>
              </a:ext>
            </a:extLst>
          </p:cNvPr>
          <p:cNvSpPr/>
          <p:nvPr/>
        </p:nvSpPr>
        <p:spPr>
          <a:xfrm>
            <a:off x="5991225" y="2255839"/>
            <a:ext cx="2028826" cy="4359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17A10F8-8796-41AB-BFE0-86771A2C9696}"/>
              </a:ext>
            </a:extLst>
          </p:cNvPr>
          <p:cNvSpPr/>
          <p:nvPr/>
        </p:nvSpPr>
        <p:spPr>
          <a:xfrm>
            <a:off x="7005638" y="2993010"/>
            <a:ext cx="3662362" cy="435990"/>
          </a:xfrm>
          <a:prstGeom prst="roundRect">
            <a:avLst/>
          </a:prstGeom>
          <a:ln w="5715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tx1"/>
                </a:solidFill>
              </a:rPr>
              <a:t>作成した</a:t>
            </a:r>
            <a:r>
              <a:rPr lang="ja-JP" altLang="en-US" sz="1600" b="1" dirty="0">
                <a:solidFill>
                  <a:schemeClr val="tx1"/>
                </a:solidFill>
              </a:rPr>
              <a:t>ページには</a:t>
            </a:r>
            <a:r>
              <a:rPr kumimoji="1" lang="ja-JP" altLang="en-US" sz="1600" b="1" dirty="0">
                <a:solidFill>
                  <a:schemeClr val="tx1"/>
                </a:solidFill>
              </a:rPr>
              <a:t>ここから飛べる</a:t>
            </a: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513518BE-EBB7-DD2D-EA3B-9F57A4D0EF4E}"/>
              </a:ext>
            </a:extLst>
          </p:cNvPr>
          <p:cNvCxnSpPr>
            <a:cxnSpLocks/>
            <a:stCxn id="7" idx="0"/>
            <a:endCxn id="6" idx="3"/>
          </p:cNvCxnSpPr>
          <p:nvPr/>
        </p:nvCxnSpPr>
        <p:spPr>
          <a:xfrm rot="16200000" flipV="1">
            <a:off x="8168847" y="2325038"/>
            <a:ext cx="519176" cy="816768"/>
          </a:xfrm>
          <a:prstGeom prst="bentConnector2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05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3BC3198-06D8-51FE-7C60-A519263FDA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50" b="9012"/>
          <a:stretch>
            <a:fillRect/>
          </a:stretch>
        </p:blipFill>
        <p:spPr>
          <a:xfrm>
            <a:off x="0" y="1381125"/>
            <a:ext cx="12192000" cy="473392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AFD368-420D-C85C-A65F-B672DB290FB0}"/>
              </a:ext>
            </a:extLst>
          </p:cNvPr>
          <p:cNvSpPr/>
          <p:nvPr/>
        </p:nvSpPr>
        <p:spPr>
          <a:xfrm>
            <a:off x="1" y="3514726"/>
            <a:ext cx="1619250" cy="2190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222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3F71C0F-059B-1344-228D-9148CE420A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34" b="42151"/>
          <a:stretch>
            <a:fillRect/>
          </a:stretch>
        </p:blipFill>
        <p:spPr>
          <a:xfrm>
            <a:off x="0" y="1209675"/>
            <a:ext cx="12192000" cy="273367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D8ACCE6-F02C-9480-6D9C-252D8C1C4C71}"/>
              </a:ext>
            </a:extLst>
          </p:cNvPr>
          <p:cNvSpPr/>
          <p:nvPr/>
        </p:nvSpPr>
        <p:spPr>
          <a:xfrm>
            <a:off x="9267826" y="1314450"/>
            <a:ext cx="1619250" cy="419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0570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BBCEA11-C389-2749-698E-B6289DA26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141" t="12500"/>
          <a:stretch>
            <a:fillRect/>
          </a:stretch>
        </p:blipFill>
        <p:spPr>
          <a:xfrm>
            <a:off x="247649" y="695325"/>
            <a:ext cx="4981575" cy="57340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5E12B2B-C7FB-9188-EC1C-B263D3AB5D6F}"/>
              </a:ext>
            </a:extLst>
          </p:cNvPr>
          <p:cNvSpPr/>
          <p:nvPr/>
        </p:nvSpPr>
        <p:spPr>
          <a:xfrm>
            <a:off x="301232" y="1075851"/>
            <a:ext cx="4757736" cy="495732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7C384F6-5A6E-5E7B-6CB7-7DA70E3FD012}"/>
              </a:ext>
            </a:extLst>
          </p:cNvPr>
          <p:cNvSpPr/>
          <p:nvPr/>
        </p:nvSpPr>
        <p:spPr>
          <a:xfrm>
            <a:off x="5553672" y="1075851"/>
            <a:ext cx="1800223" cy="484633"/>
          </a:xfrm>
          <a:prstGeom prst="roundRect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tx1"/>
                </a:solidFill>
              </a:rPr>
              <a:t>API</a:t>
            </a:r>
            <a:r>
              <a:rPr kumimoji="1" lang="ja-JP" altLang="en-US" sz="1600" b="1" dirty="0">
                <a:solidFill>
                  <a:schemeClr val="tx1"/>
                </a:solidFill>
              </a:rPr>
              <a:t>キーの名前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DEE3AE3-54C0-B0F5-1ACF-1B28F74F1644}"/>
              </a:ext>
            </a:extLst>
          </p:cNvPr>
          <p:cNvSpPr/>
          <p:nvPr/>
        </p:nvSpPr>
        <p:spPr>
          <a:xfrm>
            <a:off x="5553673" y="1642693"/>
            <a:ext cx="1800223" cy="484633"/>
          </a:xfrm>
          <a:prstGeom prst="roundRect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>
                <a:solidFill>
                  <a:schemeClr val="tx1"/>
                </a:solidFill>
              </a:rPr>
              <a:t>API</a:t>
            </a:r>
            <a:r>
              <a:rPr kumimoji="1" lang="ja-JP" altLang="en-US" sz="1600" b="1" dirty="0">
                <a:solidFill>
                  <a:schemeClr val="tx1"/>
                </a:solidFill>
              </a:rPr>
              <a:t>キーの値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1566D07C-B221-919E-601E-29BD81F6B307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5058968" y="1318168"/>
            <a:ext cx="494704" cy="5549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F63FE48C-A108-AD96-3D37-438C50EAA740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>
            <a:off x="5058968" y="1885010"/>
            <a:ext cx="494705" cy="5549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B3563F1-3835-3552-423F-FEA7C42905D6}"/>
              </a:ext>
            </a:extLst>
          </p:cNvPr>
          <p:cNvSpPr/>
          <p:nvPr/>
        </p:nvSpPr>
        <p:spPr>
          <a:xfrm>
            <a:off x="1171575" y="4967441"/>
            <a:ext cx="4199334" cy="435990"/>
          </a:xfrm>
          <a:prstGeom prst="roundRect">
            <a:avLst/>
          </a:prstGeom>
          <a:ln w="5715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tx1"/>
                </a:solidFill>
              </a:rPr>
              <a:t>パソコン内の</a:t>
            </a:r>
            <a:r>
              <a:rPr lang="en-US" altLang="ja-JP" sz="1600" b="1" dirty="0">
                <a:solidFill>
                  <a:schemeClr val="tx1"/>
                </a:solidFill>
              </a:rPr>
              <a:t>.env</a:t>
            </a:r>
            <a:r>
              <a:rPr lang="ja-JP" altLang="en-US" sz="1600" b="1" dirty="0">
                <a:solidFill>
                  <a:schemeClr val="tx1"/>
                </a:solidFill>
              </a:rPr>
              <a:t>ファイルからも落とせる</a:t>
            </a:r>
            <a:endParaRPr kumimoji="1" lang="ja-JP" alt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7F3633F-8068-858C-1645-E66F489EB2E6}"/>
              </a:ext>
            </a:extLst>
          </p:cNvPr>
          <p:cNvSpPr/>
          <p:nvPr/>
        </p:nvSpPr>
        <p:spPr>
          <a:xfrm>
            <a:off x="301232" y="1642693"/>
            <a:ext cx="4757736" cy="495732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コネクタ: カギ線 7">
            <a:extLst>
              <a:ext uri="{FF2B5EF4-FFF2-40B4-BE49-F238E27FC236}">
                <a16:creationId xmlns:a16="http://schemas.microsoft.com/office/drawing/2014/main" id="{DA76832C-00A2-7AFD-CD95-F59F4D7D5490}"/>
              </a:ext>
            </a:extLst>
          </p:cNvPr>
          <p:cNvCxnSpPr>
            <a:cxnSpLocks/>
            <a:stCxn id="9" idx="1"/>
            <a:endCxn id="20" idx="0"/>
          </p:cNvCxnSpPr>
          <p:nvPr/>
        </p:nvCxnSpPr>
        <p:spPr>
          <a:xfrm rot="10800000" flipV="1">
            <a:off x="755455" y="5185435"/>
            <a:ext cx="416121" cy="596713"/>
          </a:xfrm>
          <a:prstGeom prst="bentConnector2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F9378C8-E30D-E433-CB2F-5462F7F7E3A0}"/>
              </a:ext>
            </a:extLst>
          </p:cNvPr>
          <p:cNvSpPr/>
          <p:nvPr/>
        </p:nvSpPr>
        <p:spPr>
          <a:xfrm>
            <a:off x="339332" y="5782149"/>
            <a:ext cx="832243" cy="495732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2980C71-7E31-9394-BBD5-F0534AB200EB}"/>
              </a:ext>
            </a:extLst>
          </p:cNvPr>
          <p:cNvSpPr/>
          <p:nvPr/>
        </p:nvSpPr>
        <p:spPr>
          <a:xfrm>
            <a:off x="301232" y="2599356"/>
            <a:ext cx="1022743" cy="495732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629237B0-4E24-59BD-25DE-499BCC84D55D}"/>
              </a:ext>
            </a:extLst>
          </p:cNvPr>
          <p:cNvSpPr/>
          <p:nvPr/>
        </p:nvSpPr>
        <p:spPr>
          <a:xfrm>
            <a:off x="2105024" y="2637456"/>
            <a:ext cx="2953943" cy="435990"/>
          </a:xfrm>
          <a:prstGeom prst="roundRect">
            <a:avLst/>
          </a:prstGeom>
          <a:ln w="5715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tx1"/>
                </a:solidFill>
              </a:rPr>
              <a:t>複数追加するときはここから</a:t>
            </a:r>
          </a:p>
        </p:txBody>
      </p:sp>
      <p:cxnSp>
        <p:nvCxnSpPr>
          <p:cNvPr id="37" name="コネクタ: カギ線 7">
            <a:extLst>
              <a:ext uri="{FF2B5EF4-FFF2-40B4-BE49-F238E27FC236}">
                <a16:creationId xmlns:a16="http://schemas.microsoft.com/office/drawing/2014/main" id="{F3E52D79-DE1D-2C9E-BFD4-B2160D3FBBD4}"/>
              </a:ext>
            </a:extLst>
          </p:cNvPr>
          <p:cNvCxnSpPr>
            <a:cxnSpLocks/>
            <a:stCxn id="36" idx="1"/>
            <a:endCxn id="35" idx="3"/>
          </p:cNvCxnSpPr>
          <p:nvPr/>
        </p:nvCxnSpPr>
        <p:spPr>
          <a:xfrm flipH="1" flipV="1">
            <a:off x="1323975" y="2847222"/>
            <a:ext cx="781049" cy="8229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735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D791C-ED9C-DA56-633A-381387369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40835D0-D3E8-72AE-9833-6D3BFEF2D6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44" t="17151" r="11563" b="29070"/>
          <a:stretch>
            <a:fillRect/>
          </a:stretch>
        </p:blipFill>
        <p:spPr>
          <a:xfrm>
            <a:off x="1362075" y="1438275"/>
            <a:ext cx="77533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0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56</Words>
  <Application>Microsoft Office PowerPoint</Application>
  <PresentationFormat>ワイド画面</PresentationFormat>
  <Paragraphs>11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小野　颯馬</dc:creator>
  <cp:lastModifiedBy>小野　颯馬</cp:lastModifiedBy>
  <cp:revision>1</cp:revision>
  <dcterms:created xsi:type="dcterms:W3CDTF">2026-06-01T04:00:36Z</dcterms:created>
  <dcterms:modified xsi:type="dcterms:W3CDTF">2026-06-01T05:14:10Z</dcterms:modified>
</cp:coreProperties>
</file>